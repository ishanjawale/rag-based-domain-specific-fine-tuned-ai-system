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Indian Legal AI: Domain-Adapted LLM &amp; RAG</a:t>
            </a:r>
          </a:p>
          <a:p>
            <a:pPr>
              <a:spcBef>
                <a:spcPts val="1400"/>
              </a:spcBef>
              <a:defRPr sz="2000">
                <a:solidFill>
                  <a:srgbClr val="F59E0B"/>
                </a:solidFill>
              </a:defRPr>
            </a:pPr>
            <a:r>
              <a:t>Autonomous LoRA Fine-Tuning &amp; 5.65M-Chunk Federated RAG Architecture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Indian Legal Intelligence • Qwen3-VL-4B/8B • HPC Distributed Training • LanceDB Vector Retrieval • Tool-Calling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INDIAN LEGAL AI — DOMAIN-ADAPTED LLM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Massive Indian Legal Corpus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📚 5.65 Million Chunks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Pre-indexed searchable legal chunks across 3 dedicated federated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🏛️ High Courts (5.0M)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Over 5,002,082 passages across Bombay, Delhi, CG, and other High Courts.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🇮🇳 Supreme Court (546K)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546,547 chunks covering historical precedent judgments (1950 - 2025).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83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📜 Central &amp; State Acts (99K)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99,243 bare act sections including IPC, CrPC, CPC, BNS, BSA, BNSS &amp; NI 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65276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287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How the Data was Acquired &amp; Preprocessed for Training &amp; Search: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Raw Legal PDFs &amp; Judgments: Aggregated official court gazettes, IndianKanoon, and legislative registries (~100+ GB raw legal texts).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Supervised Fine-Tuning (SFT) Dataset: 47,500 curated Q&amp;A pairs (140.5 MB train.jsonl) + 2,500 validation pairs (val.jsonl) filtered below 4,096 tokens.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Strict Zero-Truncation Strategy: Legal cases exceeding 4,096 tokens were safely dropped rather than cut, ensuring statutory answer integrity was never broken.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Assistant-Only Masking: Loss was computed strictly on assistant legal reasoning tokens (prompt tokens masked with -100).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INDIAN LEGAL AI — DOMAIN-ADAPTED LLM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RAG Architecture (Part 1): Chunking Strategy &amp; LanceDB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Section-Aware Legal Chunking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Statutory Boundary Preservation: Bare acts are chunked strictly along Section, Clause, and Sub-clause boundaries so punishments, provisos, and explanations remain unified.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Sliding Window for Judgments: Complex High Court/Supreme Court cases use 512-token chunks with 64-token overlap to prevent losing continuity across multi-judge benches.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Provenance Metadata Injection: Every chunk prepends [ACT: IPC] [SECTION: 302] or [COURT: Supreme Court] [CASE: XYZ v. State] directly into text, ensuring embeddings retain contextual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Dense Embedding Vector Space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Model: BAAI/bge-small-en-v1.5 producing compact 384-dimensional dense semantic vectors.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L2-Normalized Vectors: All chunk embeddings are pre-normalized, converting cosine similarity calculations into blazing-fast inner dot products.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Completely Offline &amp; Private: Dense vectorization runs locally on CPU/GPU, eliminating API egress costs, rate limits, and client confidentiality breaches.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3. LanceDB Columnar Vector Store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Serverless Columnar Storage: Disk-backed Apache Arrow format enables zero-copy reads without spinning up external vector server processes (Pinecone/Milvus).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Sub-10ms ANN Query Speed: Scalable across 5.65M vectors with IVF-PQ (Inverted File Product Quantization) index, operating seamlessly on a consumer laptop.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Low Memory Footprint: Directly streams vector indices off disk; system RAM consumption remains under 3 GB during active search.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INDIAN LEGAL AI — DOMAIN-ADAPTED LLM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RAG Architecture (Part 2): Federated Quotas &amp; Deep Re-ranking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Federated Multi-Corpus Quotas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 Imbalance Challenge: 5,002,082 High Court passages would easily drown out 99,243 Bare Acts and 546K Supreme Court precedents in a naive global top-K search.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Dedicated Table Searches: Independent queries dispatched to 'acts', 'supreme_court', and 'high_court' tables with guaranteed candidate quotas.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Balanced Candidate Pool: Aggregates top candidates across statutory bare laws and precedents, ensuring the legal foundation is never omitted.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Cross-Encoder Deep Re-ranking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Model: ms-marco-MiniLM-L-6-v2 Cross-Encoder evaluated over top-20 merged candidates.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Full Cross-Attention: Passes (query, passage) jointly through all transformer layers, capturing syntactic and subtle legal relationships that bi-encoders miss.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Precise Candidate Pruning: Eliminates lexical false positives (e.g. differentiating Anticipatory Bail under Sec 438 CrPC from Regular Bail under Sec 439 CrPC), outputting top-5 relevant chunks.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3. Adaptive Router &amp; Tool-Calling Agent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Intent Classification: LLM router classifies queries into Statute, Precedent, Grievance, or Current Information.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Confidence-Driven Web Fallback: If reranker score is below -2.0, Tavily live web search activates automatically to fetch current gazettes or recent amendments.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Autonomous Agent Integration: Decouples reasoning from rendering to invoke external tools (Legal Notice/Opinion .docx generator, Sec 34 CPC calculator).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INDIAN LEGAL AI — DOMAIN-ADAPTED LLM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HPC Fine-Tuning Execution &amp;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Cluster Hardware &amp; LoRA Parameters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Cluster: Plaksha HPC Slurm Cluster (partition: rtx, general QOS).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GPU Hardware: 1x 48 GB NVIDIA RTX PRO 6000 Blackwell MIG slice (gpu:2g.48gb:1).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Base Model: Qwen/Qwen3-VL-4B-Instruct (Vision-Language architecture).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LoRA Hyperparameters: Rank r=32, Alpha=64, Dropout=0.05, rsLoRA enabled.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Target Modules: All Attention &amp; MLP projections (q, k, v, o, gate, up, down).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Trainable Parameters: 66,060,288 params (only 1.47% of total 4.5B params!).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Effective Batch Size: 16 (micro-batch 4, grad accumulation 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Self-Chaining &amp; Fault-Tolerant Training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Automated Self-Chaining: Handles short Slurm wall-times automatically. Stops cleanly 15 mins before timeout, writes checkpoint, and re-submits itself.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Safe Checkpointing: Rolling checkpoints saved every 200 steps to /scratch, and synced adapter mirrored to persistent /home.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Full 2-Epoch Convergence: Ran across 47,500 samples in exactly 7h 02m.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Loss Monotonic Drop: Training loss dropped from 1.949 to 0.592; Eval loss dropped from 0.847 to 0.725 with zero gradient spikes.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Ready for Edge Inference: Fused LoRA adapter weights take only 264 MB!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INDIAN LEGAL AI — DOMAIN-ADAPTED LLM &amp;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Benchmark Evaluation: Qwen Base vs Fine-Tuned Legal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737360"/>
                <a:gridCol w="201168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Metric Evaluated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Base Model (4B)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Fine-Tuned Legal LoRA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Improvement / Gain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Perplexity (PPL) ↓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3.47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2.04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41.2% lower uncertainty 🚀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Cross-Entropy Loss ↓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1.2453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0.7132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42.7% lower loss (High confidence)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ROUGE-1 (Unigrams) ↑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27.52%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31.15%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+13.2% relative concept gain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ROUGE-2 (Legal Bigrams) 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17.12%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+58.8% massive legal phrasing jump 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ROUGE-L (Sentence flow) ↑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18.18%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22.33%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+22.8% structural alignment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BLEU-4 (Exact 4-gram) 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2.68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5.34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+99.3% relative gain (2x better)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Legal Citation Recall ↑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66.92%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66.51%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Parity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citation accuracy on both (~67%)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Key Scientific Finding: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The base model answers legal prompts with generic conversational prose. Fine-tuning on 47.5k Indian legal pairs taught the model judicial phrasing: doubling BLEU-4 (+99.3%) and surging ROUGE-2 by +58.8%, while cutting perplexity by 41.2%.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